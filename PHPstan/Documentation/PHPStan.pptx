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8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Golos Text"/>
      <p:regular r:id="rId18"/>
      <p:bold r:id="rId19"/>
    </p:embeddedFont>
    <p:embeddedFont>
      <p:font typeface="Commissioner"/>
      <p:regular r:id="rId20"/>
      <p:bold r:id="rId21"/>
    </p:embeddedFont>
    <p:embeddedFont>
      <p:font typeface="Golos Text SemiBo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7DA6B2-C545-49DF-8BBB-05446CCBA2AE}">
  <a:tblStyle styleId="{B47DA6B2-C545-49DF-8BBB-05446CCBA2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missioner-regular.fntdata"/><Relationship Id="rId22" Type="http://schemas.openxmlformats.org/officeDocument/2006/relationships/font" Target="fonts/GolosTextSemiBold-regular.fntdata"/><Relationship Id="rId21" Type="http://schemas.openxmlformats.org/officeDocument/2006/relationships/font" Target="fonts/Commissioner-bold.fntdata"/><Relationship Id="rId23" Type="http://schemas.openxmlformats.org/officeDocument/2006/relationships/font" Target="fonts/GolosText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GolosText-bold.fntdata"/><Relationship Id="rId18" Type="http://schemas.openxmlformats.org/officeDocument/2006/relationships/font" Target="fonts/GolosTex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747bfd1ed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747bfd1ed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7007dee0d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7007dee0d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336d459b9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336d459b9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32b9ccab91_0_2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32b9ccab91_0_2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1d0e38a952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1d0e38a952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78c380010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78c380010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24bb665c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a24bb665c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3e1fc50fc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3e1fc50fc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3167f2aa4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3167f2aa4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296e7477e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296e7477e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31ff7c0f5b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31ff7c0f5b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a24bb665c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a24bb665c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reepik.com/" TargetMode="External"/><Relationship Id="rId4" Type="http://schemas.openxmlformats.org/officeDocument/2006/relationships/hyperlink" Target="https://freepik.com/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9" name="Google Shape;19;p3"/>
          <p:cNvSpPr txBox="1"/>
          <p:nvPr>
            <p:ph hasCustomPrompt="1"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/>
          <p:nvPr/>
        </p:nvSpPr>
        <p:spPr>
          <a:xfrm flipH="1">
            <a:off x="0" y="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" name="Google Shape;28;p4"/>
          <p:cNvGrpSpPr/>
          <p:nvPr/>
        </p:nvGrpSpPr>
        <p:grpSpPr>
          <a:xfrm>
            <a:off x="150" y="0"/>
            <a:ext cx="8860050" cy="4876025"/>
            <a:chOff x="150" y="0"/>
            <a:chExt cx="8860050" cy="4876025"/>
          </a:xfrm>
        </p:grpSpPr>
        <p:cxnSp>
          <p:nvCxnSpPr>
            <p:cNvPr id="29" name="Google Shape;29;p4"/>
            <p:cNvCxnSpPr/>
            <p:nvPr/>
          </p:nvCxnSpPr>
          <p:spPr>
            <a:xfrm>
              <a:off x="8860200" y="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" name="Google Shape;30;p4"/>
            <p:cNvCxnSpPr/>
            <p:nvPr/>
          </p:nvCxnSpPr>
          <p:spPr>
            <a:xfrm rot="10800000">
              <a:off x="150" y="4876025"/>
              <a:ext cx="8444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subTitle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2" type="subTitle"/>
          </p:nvPr>
        </p:nvSpPr>
        <p:spPr>
          <a:xfrm>
            <a:off x="2954672" y="1519425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3" type="subTitle"/>
          </p:nvPr>
        </p:nvSpPr>
        <p:spPr>
          <a:xfrm>
            <a:off x="2954649" y="3619500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4" type="subTitle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8" name="Google Shape;38;p5"/>
          <p:cNvSpPr/>
          <p:nvPr/>
        </p:nvSpPr>
        <p:spPr>
          <a:xfrm flipH="1"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5"/>
          <p:cNvCxnSpPr/>
          <p:nvPr/>
        </p:nvCxnSpPr>
        <p:spPr>
          <a:xfrm rot="10800000">
            <a:off x="8864825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3" name="Google Shape;43;p6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" name="Google Shape;44;p6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45" name="Google Shape;45;p6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713225" y="519075"/>
            <a:ext cx="2789700" cy="197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subTitle"/>
          </p:nvPr>
        </p:nvSpPr>
        <p:spPr>
          <a:xfrm>
            <a:off x="713225" y="2558881"/>
            <a:ext cx="2789700" cy="13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7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p7"/>
          <p:cNvGrpSpPr/>
          <p:nvPr/>
        </p:nvGrpSpPr>
        <p:grpSpPr>
          <a:xfrm>
            <a:off x="0" y="-300"/>
            <a:ext cx="3812275" cy="4608875"/>
            <a:chOff x="0" y="-300"/>
            <a:chExt cx="3812275" cy="4608875"/>
          </a:xfrm>
        </p:grpSpPr>
        <p:cxnSp>
          <p:nvCxnSpPr>
            <p:cNvPr id="54" name="Google Shape;54;p7"/>
            <p:cNvCxnSpPr/>
            <p:nvPr/>
          </p:nvCxnSpPr>
          <p:spPr>
            <a:xfrm rot="10800000">
              <a:off x="3812275" y="-300"/>
              <a:ext cx="0" cy="69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" name="Google Shape;55;p7"/>
            <p:cNvCxnSpPr/>
            <p:nvPr/>
          </p:nvCxnSpPr>
          <p:spPr>
            <a:xfrm>
              <a:off x="0" y="4608575"/>
              <a:ext cx="338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title"/>
          </p:nvPr>
        </p:nvSpPr>
        <p:spPr>
          <a:xfrm>
            <a:off x="1864800" y="1219025"/>
            <a:ext cx="5414400" cy="22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9" name="Google Shape;59;p8"/>
          <p:cNvSpPr/>
          <p:nvPr/>
        </p:nvSpPr>
        <p:spPr>
          <a:xfrm flipH="1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" name="Google Shape;60;p8"/>
          <p:cNvGrpSpPr/>
          <p:nvPr/>
        </p:nvGrpSpPr>
        <p:grpSpPr>
          <a:xfrm flipH="1">
            <a:off x="-55200" y="539500"/>
            <a:ext cx="9199200" cy="4604000"/>
            <a:chOff x="-55375" y="539500"/>
            <a:chExt cx="9199200" cy="4604000"/>
          </a:xfrm>
        </p:grpSpPr>
        <p:cxnSp>
          <p:nvCxnSpPr>
            <p:cNvPr id="61" name="Google Shape;61;p8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8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8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1962900" y="829786"/>
            <a:ext cx="5218200" cy="13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68" name="Google Shape;68;p9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9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70" name="Google Shape;70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"/>
          <p:cNvSpPr txBox="1"/>
          <p:nvPr>
            <p:ph type="title"/>
          </p:nvPr>
        </p:nvSpPr>
        <p:spPr>
          <a:xfrm>
            <a:off x="713225" y="3946875"/>
            <a:ext cx="77175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hasCustomPrompt="1" type="title"/>
          </p:nvPr>
        </p:nvSpPr>
        <p:spPr>
          <a:xfrm>
            <a:off x="1604400" y="1354558"/>
            <a:ext cx="5935200" cy="18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79" name="Google Shape;79;p11"/>
          <p:cNvSpPr txBox="1"/>
          <p:nvPr>
            <p:ph idx="1" type="subTitle"/>
          </p:nvPr>
        </p:nvSpPr>
        <p:spPr>
          <a:xfrm>
            <a:off x="1604400" y="3199142"/>
            <a:ext cx="59352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80" name="Google Shape;80;p11"/>
          <p:cNvSpPr/>
          <p:nvPr/>
        </p:nvSpPr>
        <p:spPr>
          <a:xfrm rot="10800000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 rot="10800000">
            <a:off x="-55325" y="0"/>
            <a:ext cx="9199325" cy="4604000"/>
            <a:chOff x="-55375" y="539500"/>
            <a:chExt cx="9199325" cy="4604000"/>
          </a:xfrm>
        </p:grpSpPr>
        <p:cxnSp>
          <p:nvCxnSpPr>
            <p:cNvPr id="82" name="Google Shape;82;p11"/>
            <p:cNvCxnSpPr/>
            <p:nvPr/>
          </p:nvCxnSpPr>
          <p:spPr>
            <a:xfrm>
              <a:off x="-55375" y="4608575"/>
              <a:ext cx="4563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" name="Google Shape;83;p11"/>
            <p:cNvCxnSpPr/>
            <p:nvPr/>
          </p:nvCxnSpPr>
          <p:spPr>
            <a:xfrm>
              <a:off x="2576350" y="539500"/>
              <a:ext cx="6567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1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2" type="subTitle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hasCustomPrompt="1" idx="3" type="title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idx="4" type="subTitle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5" type="subTitle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hasCustomPrompt="1" idx="6" type="title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/>
          <p:nvPr>
            <p:ph idx="7" type="subTitle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8" type="subTitle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hasCustomPrompt="1" idx="9" type="title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/>
          <p:nvPr>
            <p:ph idx="13" type="subTitle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4" type="subTitle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hasCustomPrompt="1" idx="15" type="title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102" name="Google Shape;102;p1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783150" y="3920175"/>
            <a:ext cx="7577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783150" y="1722374"/>
            <a:ext cx="7577700" cy="21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cxnSp>
        <p:nvCxnSpPr>
          <p:cNvPr id="107" name="Google Shape;107;p14"/>
          <p:cNvCxnSpPr/>
          <p:nvPr/>
        </p:nvCxnSpPr>
        <p:spPr>
          <a:xfrm rot="10800000">
            <a:off x="75" y="4876025"/>
            <a:ext cx="82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11" name="Google Shape;111;p15"/>
          <p:cNvSpPr txBox="1"/>
          <p:nvPr>
            <p:ph hasCustomPrompt="1" idx="2" type="title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 flipH="1">
            <a:off x="2052825" y="3573275"/>
            <a:ext cx="55791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13" name="Google Shape;113;p15"/>
          <p:cNvSpPr/>
          <p:nvPr/>
        </p:nvSpPr>
        <p:spPr>
          <a:xfrm flipH="1">
            <a:off x="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15"/>
          <p:cNvCxnSpPr/>
          <p:nvPr/>
        </p:nvCxnSpPr>
        <p:spPr>
          <a:xfrm rot="10800000">
            <a:off x="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1" type="subTitle"/>
          </p:nvPr>
        </p:nvSpPr>
        <p:spPr>
          <a:xfrm>
            <a:off x="71322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6"/>
          <p:cNvSpPr txBox="1"/>
          <p:nvPr>
            <p:ph hasCustomPrompt="1" idx="2" type="title"/>
          </p:nvPr>
        </p:nvSpPr>
        <p:spPr>
          <a:xfrm>
            <a:off x="71322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0" name="Google Shape;120;p16"/>
          <p:cNvSpPr txBox="1"/>
          <p:nvPr>
            <p:ph idx="3" type="subTitle"/>
          </p:nvPr>
        </p:nvSpPr>
        <p:spPr>
          <a:xfrm>
            <a:off x="71322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21" name="Google Shape;121;p16"/>
          <p:cNvSpPr txBox="1"/>
          <p:nvPr>
            <p:ph idx="4" type="subTitle"/>
          </p:nvPr>
        </p:nvSpPr>
        <p:spPr>
          <a:xfrm>
            <a:off x="603047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6"/>
          <p:cNvSpPr txBox="1"/>
          <p:nvPr>
            <p:ph hasCustomPrompt="1" idx="5" type="title"/>
          </p:nvPr>
        </p:nvSpPr>
        <p:spPr>
          <a:xfrm>
            <a:off x="603047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3" name="Google Shape;123;p16"/>
          <p:cNvSpPr txBox="1"/>
          <p:nvPr>
            <p:ph idx="6" type="subTitle"/>
          </p:nvPr>
        </p:nvSpPr>
        <p:spPr>
          <a:xfrm>
            <a:off x="603047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7" type="subTitle"/>
          </p:nvPr>
        </p:nvSpPr>
        <p:spPr>
          <a:xfrm>
            <a:off x="3371850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hasCustomPrompt="1" idx="8" type="title"/>
          </p:nvPr>
        </p:nvSpPr>
        <p:spPr>
          <a:xfrm>
            <a:off x="3371850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6" name="Google Shape;126;p16"/>
          <p:cNvSpPr txBox="1"/>
          <p:nvPr>
            <p:ph idx="9" type="subTitle"/>
          </p:nvPr>
        </p:nvSpPr>
        <p:spPr>
          <a:xfrm>
            <a:off x="3371850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cxnSp>
        <p:nvCxnSpPr>
          <p:cNvPr id="127" name="Google Shape;127;p16"/>
          <p:cNvCxnSpPr/>
          <p:nvPr/>
        </p:nvCxnSpPr>
        <p:spPr>
          <a:xfrm rot="10800000">
            <a:off x="5035800" y="4797575"/>
            <a:ext cx="410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idx="1" type="subTitle"/>
          </p:nvPr>
        </p:nvSpPr>
        <p:spPr>
          <a:xfrm>
            <a:off x="2370900" y="127812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hasCustomPrompt="1" type="title"/>
          </p:nvPr>
        </p:nvSpPr>
        <p:spPr>
          <a:xfrm>
            <a:off x="2370900" y="57282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2" name="Google Shape;132;p17"/>
          <p:cNvSpPr txBox="1"/>
          <p:nvPr>
            <p:ph idx="2" type="subTitle"/>
          </p:nvPr>
        </p:nvSpPr>
        <p:spPr>
          <a:xfrm>
            <a:off x="2370900" y="408787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hasCustomPrompt="1" idx="3" type="title"/>
          </p:nvPr>
        </p:nvSpPr>
        <p:spPr>
          <a:xfrm>
            <a:off x="2370900" y="338257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4" name="Google Shape;134;p17"/>
          <p:cNvSpPr txBox="1"/>
          <p:nvPr>
            <p:ph idx="4" type="subTitle"/>
          </p:nvPr>
        </p:nvSpPr>
        <p:spPr>
          <a:xfrm>
            <a:off x="2370900" y="2683000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hasCustomPrompt="1" idx="5" type="title"/>
          </p:nvPr>
        </p:nvSpPr>
        <p:spPr>
          <a:xfrm>
            <a:off x="2370900" y="1977700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36" name="Google Shape;136;p17"/>
          <p:cNvGrpSpPr/>
          <p:nvPr/>
        </p:nvGrpSpPr>
        <p:grpSpPr>
          <a:xfrm>
            <a:off x="711250" y="-125"/>
            <a:ext cx="7719525" cy="5143625"/>
            <a:chOff x="711250" y="-125"/>
            <a:chExt cx="7719525" cy="5143625"/>
          </a:xfrm>
        </p:grpSpPr>
        <p:cxnSp>
          <p:nvCxnSpPr>
            <p:cNvPr id="137" name="Google Shape;137;p17"/>
            <p:cNvCxnSpPr/>
            <p:nvPr/>
          </p:nvCxnSpPr>
          <p:spPr>
            <a:xfrm rot="10800000">
              <a:off x="711250" y="2191500"/>
              <a:ext cx="0" cy="295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17"/>
            <p:cNvCxnSpPr/>
            <p:nvPr/>
          </p:nvCxnSpPr>
          <p:spPr>
            <a:xfrm rot="10800000">
              <a:off x="8430775" y="-125"/>
              <a:ext cx="0" cy="2191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142" name="Google Shape;142;p18"/>
          <p:cNvGrpSpPr/>
          <p:nvPr/>
        </p:nvGrpSpPr>
        <p:grpSpPr>
          <a:xfrm flipH="1">
            <a:off x="0" y="4876025"/>
            <a:ext cx="9144000" cy="267600"/>
            <a:chOff x="0" y="4876025"/>
            <a:chExt cx="9144000" cy="267600"/>
          </a:xfrm>
        </p:grpSpPr>
        <p:sp>
          <p:nvSpPr>
            <p:cNvPr id="143" name="Google Shape;143;p18"/>
            <p:cNvSpPr/>
            <p:nvPr/>
          </p:nvSpPr>
          <p:spPr>
            <a:xfrm>
              <a:off x="0" y="4876025"/>
              <a:ext cx="9144000" cy="26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4" name="Google Shape;144;p1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5" name="Google Shape;14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_1_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cxnSp>
        <p:nvCxnSpPr>
          <p:cNvPr id="148" name="Google Shape;148;p19"/>
          <p:cNvCxnSpPr/>
          <p:nvPr/>
        </p:nvCxnSpPr>
        <p:spPr>
          <a:xfrm>
            <a:off x="0" y="262400"/>
            <a:ext cx="228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0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152" name="Google Shape;152;p20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0"/>
          <p:cNvSpPr txBox="1"/>
          <p:nvPr>
            <p:ph type="title"/>
          </p:nvPr>
        </p:nvSpPr>
        <p:spPr>
          <a:xfrm>
            <a:off x="4082225" y="544275"/>
            <a:ext cx="4224300" cy="120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2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155" name="Google Shape;155;p20"/>
          <p:cNvSpPr txBox="1"/>
          <p:nvPr>
            <p:ph idx="1" type="subTitle"/>
          </p:nvPr>
        </p:nvSpPr>
        <p:spPr>
          <a:xfrm>
            <a:off x="4082150" y="1747875"/>
            <a:ext cx="42243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grpSp>
        <p:nvGrpSpPr>
          <p:cNvPr id="156" name="Google Shape;156;p20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157" name="Google Shape;157;p2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20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9" name="Google Shape;159;p20"/>
          <p:cNvSpPr/>
          <p:nvPr>
            <p:ph idx="2" type="pic"/>
          </p:nvPr>
        </p:nvSpPr>
        <p:spPr>
          <a:xfrm>
            <a:off x="592075" y="544275"/>
            <a:ext cx="3312000" cy="38841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idx="1" type="body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/>
        </p:txBody>
      </p:sp>
      <p:sp>
        <p:nvSpPr>
          <p:cNvPr id="163" name="Google Shape;163;p2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64" name="Google Shape;164;p21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" name="Google Shape;165;p21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166" name="Google Shape;166;p21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21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8" name="Google Shape;168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1" type="subTitle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22"/>
          <p:cNvSpPr/>
          <p:nvPr/>
        </p:nvSpPr>
        <p:spPr>
          <a:xfrm flipH="1" rot="10800000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22"/>
          <p:cNvGrpSpPr/>
          <p:nvPr/>
        </p:nvGrpSpPr>
        <p:grpSpPr>
          <a:xfrm flipH="1" rot="10800000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174" name="Google Shape;174;p22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22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2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7" name="Google Shape;17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_1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1262175" y="1023602"/>
            <a:ext cx="2890500" cy="167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80" name="Google Shape;180;p23"/>
          <p:cNvSpPr txBox="1"/>
          <p:nvPr>
            <p:ph idx="1" type="subTitle"/>
          </p:nvPr>
        </p:nvSpPr>
        <p:spPr>
          <a:xfrm>
            <a:off x="1262175" y="2702272"/>
            <a:ext cx="28905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3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" name="Google Shape;182;p23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183" name="Google Shape;183;p23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23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5" name="Google Shape;185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_1_1_1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type="title"/>
          </p:nvPr>
        </p:nvSpPr>
        <p:spPr>
          <a:xfrm>
            <a:off x="4746800" y="1023600"/>
            <a:ext cx="2630100" cy="152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1" type="subTitle"/>
          </p:nvPr>
        </p:nvSpPr>
        <p:spPr>
          <a:xfrm>
            <a:off x="4746800" y="2545055"/>
            <a:ext cx="2630100" cy="15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9" name="Google Shape;189;p24"/>
          <p:cNvGrpSpPr/>
          <p:nvPr/>
        </p:nvGrpSpPr>
        <p:grpSpPr>
          <a:xfrm flipH="1">
            <a:off x="0" y="0"/>
            <a:ext cx="9144075" cy="5143500"/>
            <a:chOff x="0" y="0"/>
            <a:chExt cx="9144075" cy="5143500"/>
          </a:xfrm>
        </p:grpSpPr>
        <p:grpSp>
          <p:nvGrpSpPr>
            <p:cNvPr id="190" name="Google Shape;190;p24"/>
            <p:cNvGrpSpPr/>
            <p:nvPr/>
          </p:nvGrpSpPr>
          <p:grpSpPr>
            <a:xfrm>
              <a:off x="0" y="0"/>
              <a:ext cx="9144075" cy="5143500"/>
              <a:chOff x="0" y="0"/>
              <a:chExt cx="9144075" cy="5143500"/>
            </a:xfrm>
          </p:grpSpPr>
          <p:sp>
            <p:nvSpPr>
              <p:cNvPr id="191" name="Google Shape;191;p24"/>
              <p:cNvSpPr/>
              <p:nvPr/>
            </p:nvSpPr>
            <p:spPr>
              <a:xfrm>
                <a:off x="4185975" y="4608575"/>
                <a:ext cx="4958100" cy="529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24"/>
              <p:cNvSpPr/>
              <p:nvPr/>
            </p:nvSpPr>
            <p:spPr>
              <a:xfrm>
                <a:off x="0" y="0"/>
                <a:ext cx="8529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" name="Google Shape;193;p24"/>
            <p:cNvGrpSpPr/>
            <p:nvPr/>
          </p:nvGrpSpPr>
          <p:grpSpPr>
            <a:xfrm>
              <a:off x="150" y="539500"/>
              <a:ext cx="8430625" cy="4604000"/>
              <a:chOff x="150" y="539500"/>
              <a:chExt cx="8430625" cy="4604000"/>
            </a:xfrm>
          </p:grpSpPr>
          <p:cxnSp>
            <p:nvCxnSpPr>
              <p:cNvPr id="194" name="Google Shape;194;p24"/>
              <p:cNvCxnSpPr/>
              <p:nvPr/>
            </p:nvCxnSpPr>
            <p:spPr>
              <a:xfrm rot="10800000">
                <a:off x="8430775" y="805200"/>
                <a:ext cx="0" cy="43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" name="Google Shape;195;p24"/>
              <p:cNvCxnSpPr/>
              <p:nvPr/>
            </p:nvCxnSpPr>
            <p:spPr>
              <a:xfrm rot="10800000">
                <a:off x="150" y="539500"/>
                <a:ext cx="433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96" name="Google Shape;19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99" name="Google Shape;199;p25"/>
          <p:cNvSpPr txBox="1"/>
          <p:nvPr>
            <p:ph idx="1" type="body"/>
          </p:nvPr>
        </p:nvSpPr>
        <p:spPr>
          <a:xfrm>
            <a:off x="7132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200" name="Google Shape;200;p25"/>
          <p:cNvSpPr txBox="1"/>
          <p:nvPr>
            <p:ph idx="2" type="body"/>
          </p:nvPr>
        </p:nvSpPr>
        <p:spPr>
          <a:xfrm>
            <a:off x="46513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201" name="Google Shape;201;p25"/>
          <p:cNvSpPr txBox="1"/>
          <p:nvPr>
            <p:ph idx="3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5"/>
          <p:cNvSpPr/>
          <p:nvPr/>
        </p:nvSpPr>
        <p:spPr>
          <a:xfrm flipH="1">
            <a:off x="71340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04" name="Google Shape;204;p25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25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09" name="Google Shape;209;p26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6"/>
          <p:cNvSpPr txBox="1"/>
          <p:nvPr>
            <p:ph idx="2" type="subTitle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6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26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213" name="Google Shape;213;p26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2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5" name="Google Shape;215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7"/>
          <p:cNvSpPr txBox="1"/>
          <p:nvPr>
            <p:ph idx="2" type="subTitle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0" name="Google Shape;220;p27"/>
          <p:cNvSpPr txBox="1"/>
          <p:nvPr>
            <p:ph idx="3" type="subTitle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4" type="subTitle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5" type="subTitle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7"/>
          <p:cNvSpPr txBox="1"/>
          <p:nvPr>
            <p:ph idx="6" type="subTitle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4" name="Google Shape;224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27" name="Google Shape;227;p28"/>
          <p:cNvSpPr txBox="1"/>
          <p:nvPr>
            <p:ph idx="1" type="subTitle"/>
          </p:nvPr>
        </p:nvSpPr>
        <p:spPr>
          <a:xfrm>
            <a:off x="86562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2" type="subTitle"/>
          </p:nvPr>
        </p:nvSpPr>
        <p:spPr>
          <a:xfrm>
            <a:off x="86562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9" name="Google Shape;229;p28"/>
          <p:cNvSpPr txBox="1"/>
          <p:nvPr>
            <p:ph idx="3" type="subTitle"/>
          </p:nvPr>
        </p:nvSpPr>
        <p:spPr>
          <a:xfrm>
            <a:off x="601577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28"/>
          <p:cNvSpPr txBox="1"/>
          <p:nvPr>
            <p:ph idx="4" type="subTitle"/>
          </p:nvPr>
        </p:nvSpPr>
        <p:spPr>
          <a:xfrm>
            <a:off x="601577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1" name="Google Shape;231;p28"/>
          <p:cNvSpPr txBox="1"/>
          <p:nvPr>
            <p:ph idx="5" type="subTitle"/>
          </p:nvPr>
        </p:nvSpPr>
        <p:spPr>
          <a:xfrm>
            <a:off x="3440700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8"/>
          <p:cNvSpPr txBox="1"/>
          <p:nvPr>
            <p:ph idx="6" type="subTitle"/>
          </p:nvPr>
        </p:nvSpPr>
        <p:spPr>
          <a:xfrm>
            <a:off x="3440700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3" name="Google Shape;233;p28"/>
          <p:cNvSpPr/>
          <p:nvPr/>
        </p:nvSpPr>
        <p:spPr>
          <a:xfrm>
            <a:off x="0" y="4876025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" name="Google Shape;234;p28"/>
          <p:cNvGrpSpPr/>
          <p:nvPr/>
        </p:nvGrpSpPr>
        <p:grpSpPr>
          <a:xfrm>
            <a:off x="283800" y="-48"/>
            <a:ext cx="8860200" cy="5009873"/>
            <a:chOff x="283800" y="-48"/>
            <a:chExt cx="8860200" cy="5009873"/>
          </a:xfrm>
        </p:grpSpPr>
        <p:cxnSp>
          <p:nvCxnSpPr>
            <p:cNvPr id="235" name="Google Shape;235;p2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" name="Google Shape;236;p28"/>
            <p:cNvCxnSpPr/>
            <p:nvPr/>
          </p:nvCxnSpPr>
          <p:spPr>
            <a:xfrm rot="10800000">
              <a:off x="283800" y="-48"/>
              <a:ext cx="0" cy="291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7" name="Google Shape;237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6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0" name="Google Shape;240;p29"/>
          <p:cNvSpPr txBox="1"/>
          <p:nvPr>
            <p:ph idx="1" type="subTitle"/>
          </p:nvPr>
        </p:nvSpPr>
        <p:spPr>
          <a:xfrm>
            <a:off x="1877250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29"/>
          <p:cNvSpPr txBox="1"/>
          <p:nvPr>
            <p:ph idx="2" type="subTitle"/>
          </p:nvPr>
        </p:nvSpPr>
        <p:spPr>
          <a:xfrm>
            <a:off x="1877250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2" name="Google Shape;242;p29"/>
          <p:cNvSpPr txBox="1"/>
          <p:nvPr>
            <p:ph idx="3" type="subTitle"/>
          </p:nvPr>
        </p:nvSpPr>
        <p:spPr>
          <a:xfrm>
            <a:off x="1877250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29"/>
          <p:cNvSpPr txBox="1"/>
          <p:nvPr>
            <p:ph idx="4" type="subTitle"/>
          </p:nvPr>
        </p:nvSpPr>
        <p:spPr>
          <a:xfrm>
            <a:off x="1877250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4" name="Google Shape;244;p29"/>
          <p:cNvSpPr txBox="1"/>
          <p:nvPr>
            <p:ph idx="5" type="subTitle"/>
          </p:nvPr>
        </p:nvSpPr>
        <p:spPr>
          <a:xfrm>
            <a:off x="6112075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9"/>
          <p:cNvSpPr txBox="1"/>
          <p:nvPr>
            <p:ph idx="6" type="subTitle"/>
          </p:nvPr>
        </p:nvSpPr>
        <p:spPr>
          <a:xfrm>
            <a:off x="6112075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6" name="Google Shape;246;p29"/>
          <p:cNvSpPr txBox="1"/>
          <p:nvPr>
            <p:ph idx="7" type="subTitle"/>
          </p:nvPr>
        </p:nvSpPr>
        <p:spPr>
          <a:xfrm>
            <a:off x="6112075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29"/>
          <p:cNvSpPr txBox="1"/>
          <p:nvPr>
            <p:ph idx="8" type="subTitle"/>
          </p:nvPr>
        </p:nvSpPr>
        <p:spPr>
          <a:xfrm>
            <a:off x="6112075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8" name="Google Shape;248;p29"/>
          <p:cNvSpPr/>
          <p:nvPr/>
        </p:nvSpPr>
        <p:spPr>
          <a:xfrm flipH="1">
            <a:off x="886020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9" name="Google Shape;249;p29"/>
          <p:cNvCxnSpPr/>
          <p:nvPr/>
        </p:nvCxnSpPr>
        <p:spPr>
          <a:xfrm rot="10800000">
            <a:off x="9002100" y="-26"/>
            <a:ext cx="0" cy="39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6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53" name="Google Shape;253;p30"/>
          <p:cNvSpPr txBox="1"/>
          <p:nvPr>
            <p:ph idx="1" type="subTitle"/>
          </p:nvPr>
        </p:nvSpPr>
        <p:spPr>
          <a:xfrm>
            <a:off x="7132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30"/>
          <p:cNvSpPr txBox="1"/>
          <p:nvPr>
            <p:ph idx="2" type="subTitle"/>
          </p:nvPr>
        </p:nvSpPr>
        <p:spPr>
          <a:xfrm>
            <a:off x="7132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5" name="Google Shape;255;p30"/>
          <p:cNvSpPr txBox="1"/>
          <p:nvPr>
            <p:ph idx="3" type="subTitle"/>
          </p:nvPr>
        </p:nvSpPr>
        <p:spPr>
          <a:xfrm>
            <a:off x="60304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0"/>
          <p:cNvSpPr txBox="1"/>
          <p:nvPr>
            <p:ph idx="4" type="subTitle"/>
          </p:nvPr>
        </p:nvSpPr>
        <p:spPr>
          <a:xfrm>
            <a:off x="60304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7" name="Google Shape;257;p30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0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9" name="Google Shape;259;p30"/>
          <p:cNvSpPr txBox="1"/>
          <p:nvPr>
            <p:ph idx="7" type="subTitle"/>
          </p:nvPr>
        </p:nvSpPr>
        <p:spPr>
          <a:xfrm>
            <a:off x="2042531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30"/>
          <p:cNvSpPr txBox="1"/>
          <p:nvPr>
            <p:ph idx="8" type="subTitle"/>
          </p:nvPr>
        </p:nvSpPr>
        <p:spPr>
          <a:xfrm>
            <a:off x="2042531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61" name="Google Shape;261;p30"/>
          <p:cNvSpPr txBox="1"/>
          <p:nvPr>
            <p:ph idx="9" type="subTitle"/>
          </p:nvPr>
        </p:nvSpPr>
        <p:spPr>
          <a:xfrm>
            <a:off x="4701169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0"/>
          <p:cNvSpPr txBox="1"/>
          <p:nvPr>
            <p:ph idx="13" type="subTitle"/>
          </p:nvPr>
        </p:nvSpPr>
        <p:spPr>
          <a:xfrm>
            <a:off x="4701169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63" name="Google Shape;263;p30"/>
          <p:cNvSpPr/>
          <p:nvPr/>
        </p:nvSpPr>
        <p:spPr>
          <a:xfrm>
            <a:off x="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" name="Google Shape;264;p30"/>
          <p:cNvGrpSpPr/>
          <p:nvPr/>
        </p:nvGrpSpPr>
        <p:grpSpPr>
          <a:xfrm flipH="1"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65" name="Google Shape;265;p30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6" name="Google Shape;266;p30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7" name="Google Shape;267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1" type="subTitle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2" type="subTitle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72" name="Google Shape;272;p31"/>
          <p:cNvSpPr txBox="1"/>
          <p:nvPr>
            <p:ph idx="3" type="subTitle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31"/>
          <p:cNvSpPr txBox="1"/>
          <p:nvPr>
            <p:ph idx="4" type="subTitle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74" name="Google Shape;274;p31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31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76" name="Google Shape;276;p31"/>
          <p:cNvSpPr txBox="1"/>
          <p:nvPr>
            <p:ph idx="7" type="subTitle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1"/>
          <p:cNvSpPr txBox="1"/>
          <p:nvPr>
            <p:ph idx="8" type="subTitle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78" name="Google Shape;278;p31"/>
          <p:cNvSpPr txBox="1"/>
          <p:nvPr>
            <p:ph idx="9" type="subTitle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1"/>
          <p:cNvSpPr txBox="1"/>
          <p:nvPr>
            <p:ph idx="13" type="subTitle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80" name="Google Shape;280;p31"/>
          <p:cNvSpPr txBox="1"/>
          <p:nvPr>
            <p:ph idx="14" type="subTitle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1"/>
          <p:cNvSpPr txBox="1"/>
          <p:nvPr>
            <p:ph idx="15" type="subTitle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82" name="Google Shape;282;p31"/>
          <p:cNvSpPr/>
          <p:nvPr/>
        </p:nvSpPr>
        <p:spPr>
          <a:xfrm flipH="1" rot="10800000">
            <a:off x="25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3" name="Google Shape;283;p31"/>
          <p:cNvGrpSpPr/>
          <p:nvPr/>
        </p:nvGrpSpPr>
        <p:grpSpPr>
          <a:xfrm flipH="1" rot="10800000">
            <a:off x="141925" y="267450"/>
            <a:ext cx="9001950" cy="4876050"/>
            <a:chOff x="141900" y="-26"/>
            <a:chExt cx="9001950" cy="4876050"/>
          </a:xfrm>
        </p:grpSpPr>
        <p:cxnSp>
          <p:nvCxnSpPr>
            <p:cNvPr id="284" name="Google Shape;284;p31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5" name="Google Shape;285;p31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6" name="Google Shape;286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/>
          <p:nvPr>
            <p:ph type="title"/>
          </p:nvPr>
        </p:nvSpPr>
        <p:spPr>
          <a:xfrm>
            <a:off x="2654700" y="530250"/>
            <a:ext cx="38346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89" name="Google Shape;289;p32"/>
          <p:cNvSpPr txBox="1"/>
          <p:nvPr>
            <p:ph idx="1" type="subTitle"/>
          </p:nvPr>
        </p:nvSpPr>
        <p:spPr>
          <a:xfrm>
            <a:off x="2654700" y="2342156"/>
            <a:ext cx="38346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9pPr>
          </a:lstStyle>
          <a:p/>
        </p:txBody>
      </p:sp>
      <p:sp>
        <p:nvSpPr>
          <p:cNvPr id="290" name="Google Shape;290;p32"/>
          <p:cNvSpPr txBox="1"/>
          <p:nvPr>
            <p:ph idx="2" type="subTitle"/>
          </p:nvPr>
        </p:nvSpPr>
        <p:spPr>
          <a:xfrm>
            <a:off x="2654700" y="4111851"/>
            <a:ext cx="3834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grpSp>
        <p:nvGrpSpPr>
          <p:cNvPr id="291" name="Google Shape;291;p32"/>
          <p:cNvGrpSpPr/>
          <p:nvPr/>
        </p:nvGrpSpPr>
        <p:grpSpPr>
          <a:xfrm>
            <a:off x="713688" y="2579400"/>
            <a:ext cx="8430488" cy="2564100"/>
            <a:chOff x="713688" y="2579400"/>
            <a:chExt cx="8430488" cy="2564100"/>
          </a:xfrm>
        </p:grpSpPr>
        <p:cxnSp>
          <p:nvCxnSpPr>
            <p:cNvPr id="292" name="Google Shape;292;p32"/>
            <p:cNvCxnSpPr/>
            <p:nvPr/>
          </p:nvCxnSpPr>
          <p:spPr>
            <a:xfrm>
              <a:off x="2839075" y="4876025"/>
              <a:ext cx="6305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32"/>
            <p:cNvCxnSpPr/>
            <p:nvPr/>
          </p:nvCxnSpPr>
          <p:spPr>
            <a:xfrm rot="10800000">
              <a:off x="713688" y="2579400"/>
              <a:ext cx="0" cy="256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4" name="Google Shape;294;p32"/>
          <p:cNvSpPr txBox="1"/>
          <p:nvPr/>
        </p:nvSpPr>
        <p:spPr>
          <a:xfrm>
            <a:off x="2654700" y="3304597"/>
            <a:ext cx="3834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</a:t>
            </a:r>
            <a:endParaRPr sz="12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295" name="Google Shape;295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" name="Google Shape;297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9" name="Google Shape;299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4" name="Google Shape;304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305" name="Google Shape;305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ghcr.io/phpstan/phpstan:2-php8.3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 txBox="1"/>
          <p:nvPr/>
        </p:nvSpPr>
        <p:spPr>
          <a:xfrm>
            <a:off x="3354150" y="889450"/>
            <a:ext cx="21705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134F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PHPStan</a:t>
            </a:r>
            <a:endParaRPr sz="4200">
              <a:solidFill>
                <a:srgbClr val="134F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3" name="Google Shape;313;p35" title="Cap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0211" y="545625"/>
            <a:ext cx="1833939" cy="110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5"/>
          <p:cNvSpPr txBox="1"/>
          <p:nvPr/>
        </p:nvSpPr>
        <p:spPr>
          <a:xfrm>
            <a:off x="2187200" y="2633650"/>
            <a:ext cx="42186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Mosamma Sultana Trina - BSSE 1313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Mostafizur Rahaman - BSSE 1320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Mst. Fareya Azam Kame - BSSE 1331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35"/>
          <p:cNvSpPr/>
          <p:nvPr/>
        </p:nvSpPr>
        <p:spPr>
          <a:xfrm>
            <a:off x="3263100" y="2039050"/>
            <a:ext cx="1727100" cy="434100"/>
          </a:xfrm>
          <a:prstGeom prst="rect">
            <a:avLst/>
          </a:prstGeom>
          <a:solidFill>
            <a:srgbClr val="0C343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 txBox="1"/>
          <p:nvPr>
            <p:ph type="title"/>
          </p:nvPr>
        </p:nvSpPr>
        <p:spPr>
          <a:xfrm>
            <a:off x="2857275" y="480100"/>
            <a:ext cx="3529800" cy="54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21" name="Google Shape;321;p36"/>
          <p:cNvGrpSpPr/>
          <p:nvPr/>
        </p:nvGrpSpPr>
        <p:grpSpPr>
          <a:xfrm>
            <a:off x="-113" y="4509207"/>
            <a:ext cx="8302970" cy="191501"/>
            <a:chOff x="4273350" y="2080469"/>
            <a:chExt cx="1433821" cy="191501"/>
          </a:xfrm>
        </p:grpSpPr>
        <p:grpSp>
          <p:nvGrpSpPr>
            <p:cNvPr id="322" name="Google Shape;322;p36"/>
            <p:cNvGrpSpPr/>
            <p:nvPr/>
          </p:nvGrpSpPr>
          <p:grpSpPr>
            <a:xfrm>
              <a:off x="4273350" y="2080469"/>
              <a:ext cx="1433821" cy="0"/>
              <a:chOff x="5224975" y="2962250"/>
              <a:chExt cx="1544400" cy="0"/>
            </a:xfrm>
          </p:grpSpPr>
          <p:cxnSp>
            <p:nvCxnSpPr>
              <p:cNvPr id="323" name="Google Shape;323;p36"/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3E9E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" name="Google Shape;324;p36"/>
              <p:cNvCxnSpPr/>
              <p:nvPr/>
            </p:nvCxnSpPr>
            <p:spPr>
              <a:xfrm>
                <a:off x="5225150" y="2962250"/>
                <a:ext cx="453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994A9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25" name="Google Shape;325;p36"/>
            <p:cNvGrpSpPr/>
            <p:nvPr/>
          </p:nvGrpSpPr>
          <p:grpSpPr>
            <a:xfrm>
              <a:off x="4273350" y="2271969"/>
              <a:ext cx="1433821" cy="0"/>
              <a:chOff x="5224975" y="2962250"/>
              <a:chExt cx="1544400" cy="0"/>
            </a:xfrm>
          </p:grpSpPr>
          <p:cxnSp>
            <p:nvCxnSpPr>
              <p:cNvPr id="326" name="Google Shape;326;p36"/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3E9E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" name="Google Shape;327;p36"/>
              <p:cNvCxnSpPr/>
              <p:nvPr/>
            </p:nvCxnSpPr>
            <p:spPr>
              <a:xfrm>
                <a:off x="5225150" y="2962250"/>
                <a:ext cx="998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994A9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328" name="Google Shape;328;p36"/>
          <p:cNvSpPr/>
          <p:nvPr/>
        </p:nvSpPr>
        <p:spPr>
          <a:xfrm>
            <a:off x="913150" y="1505850"/>
            <a:ext cx="876300" cy="2642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29" name="Google Shape;329;p36"/>
          <p:cNvSpPr txBox="1"/>
          <p:nvPr>
            <p:ph idx="2" type="subTitle"/>
          </p:nvPr>
        </p:nvSpPr>
        <p:spPr>
          <a:xfrm>
            <a:off x="1847600" y="1713825"/>
            <a:ext cx="2288700" cy="29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36"/>
          <p:cNvSpPr txBox="1"/>
          <p:nvPr>
            <p:ph idx="3" type="title"/>
          </p:nvPr>
        </p:nvSpPr>
        <p:spPr>
          <a:xfrm>
            <a:off x="913150" y="1652475"/>
            <a:ext cx="876300" cy="41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36"/>
          <p:cNvSpPr txBox="1"/>
          <p:nvPr>
            <p:ph idx="3" type="title"/>
          </p:nvPr>
        </p:nvSpPr>
        <p:spPr>
          <a:xfrm>
            <a:off x="913150" y="2316400"/>
            <a:ext cx="876300" cy="41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36"/>
          <p:cNvSpPr txBox="1"/>
          <p:nvPr>
            <p:ph idx="2" type="subTitle"/>
          </p:nvPr>
        </p:nvSpPr>
        <p:spPr>
          <a:xfrm>
            <a:off x="1847600" y="2377750"/>
            <a:ext cx="2288700" cy="29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36"/>
          <p:cNvSpPr txBox="1"/>
          <p:nvPr>
            <p:ph idx="3" type="title"/>
          </p:nvPr>
        </p:nvSpPr>
        <p:spPr>
          <a:xfrm>
            <a:off x="913150" y="2980325"/>
            <a:ext cx="876300" cy="41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36"/>
          <p:cNvSpPr txBox="1"/>
          <p:nvPr>
            <p:ph idx="2" type="subTitle"/>
          </p:nvPr>
        </p:nvSpPr>
        <p:spPr>
          <a:xfrm>
            <a:off x="1847600" y="3041675"/>
            <a:ext cx="1563000" cy="29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Set up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36"/>
          <p:cNvSpPr txBox="1"/>
          <p:nvPr>
            <p:ph idx="2" type="subTitle"/>
          </p:nvPr>
        </p:nvSpPr>
        <p:spPr>
          <a:xfrm>
            <a:off x="5681050" y="1713813"/>
            <a:ext cx="2788800" cy="29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Command Line Usage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36"/>
          <p:cNvSpPr txBox="1"/>
          <p:nvPr>
            <p:ph idx="3" type="title"/>
          </p:nvPr>
        </p:nvSpPr>
        <p:spPr>
          <a:xfrm>
            <a:off x="913150" y="3587625"/>
            <a:ext cx="876300" cy="41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36"/>
          <p:cNvSpPr/>
          <p:nvPr/>
        </p:nvSpPr>
        <p:spPr>
          <a:xfrm>
            <a:off x="4804750" y="1505850"/>
            <a:ext cx="876300" cy="2642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38" name="Google Shape;338;p36"/>
          <p:cNvSpPr txBox="1"/>
          <p:nvPr>
            <p:ph idx="2" type="subTitle"/>
          </p:nvPr>
        </p:nvSpPr>
        <p:spPr>
          <a:xfrm>
            <a:off x="5681050" y="2242350"/>
            <a:ext cx="3147600" cy="6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Errors Detected by PHPStan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36"/>
          <p:cNvSpPr txBox="1"/>
          <p:nvPr>
            <p:ph idx="3" type="title"/>
          </p:nvPr>
        </p:nvSpPr>
        <p:spPr>
          <a:xfrm>
            <a:off x="4804750" y="1652475"/>
            <a:ext cx="876300" cy="41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Times New Roman"/>
                <a:ea typeface="Times New Roman"/>
                <a:cs typeface="Times New Roman"/>
                <a:sym typeface="Times New Roman"/>
              </a:rPr>
              <a:t>05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36"/>
          <p:cNvSpPr txBox="1"/>
          <p:nvPr>
            <p:ph idx="3" type="title"/>
          </p:nvPr>
        </p:nvSpPr>
        <p:spPr>
          <a:xfrm>
            <a:off x="4804750" y="2316400"/>
            <a:ext cx="876300" cy="41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Times New Roman"/>
                <a:ea typeface="Times New Roman"/>
                <a:cs typeface="Times New Roman"/>
                <a:sym typeface="Times New Roman"/>
              </a:rPr>
              <a:t>06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36"/>
          <p:cNvSpPr txBox="1"/>
          <p:nvPr>
            <p:ph idx="2" type="subTitle"/>
          </p:nvPr>
        </p:nvSpPr>
        <p:spPr>
          <a:xfrm>
            <a:off x="1847600" y="3519675"/>
            <a:ext cx="2897100" cy="54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Internal Working Mechanism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36"/>
          <p:cNvSpPr txBox="1"/>
          <p:nvPr>
            <p:ph idx="3" type="title"/>
          </p:nvPr>
        </p:nvSpPr>
        <p:spPr>
          <a:xfrm>
            <a:off x="4804750" y="2980325"/>
            <a:ext cx="876300" cy="41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Times New Roman"/>
                <a:ea typeface="Times New Roman"/>
                <a:cs typeface="Times New Roman"/>
                <a:sym typeface="Times New Roman"/>
              </a:rPr>
              <a:t>07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36"/>
          <p:cNvSpPr txBox="1"/>
          <p:nvPr>
            <p:ph idx="2" type="subTitle"/>
          </p:nvPr>
        </p:nvSpPr>
        <p:spPr>
          <a:xfrm>
            <a:off x="5681050" y="3028550"/>
            <a:ext cx="2288700" cy="41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Demonstrate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36"/>
          <p:cNvSpPr txBox="1"/>
          <p:nvPr>
            <p:ph idx="2" type="subTitle"/>
          </p:nvPr>
        </p:nvSpPr>
        <p:spPr>
          <a:xfrm>
            <a:off x="5681050" y="3648975"/>
            <a:ext cx="2008200" cy="29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36"/>
          <p:cNvSpPr txBox="1"/>
          <p:nvPr>
            <p:ph idx="3" type="title"/>
          </p:nvPr>
        </p:nvSpPr>
        <p:spPr>
          <a:xfrm>
            <a:off x="4804750" y="3587625"/>
            <a:ext cx="876300" cy="41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Times New Roman"/>
                <a:ea typeface="Times New Roman"/>
                <a:cs typeface="Times New Roman"/>
                <a:sym typeface="Times New Roman"/>
              </a:rPr>
              <a:t>08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37"/>
          <p:cNvGrpSpPr/>
          <p:nvPr/>
        </p:nvGrpSpPr>
        <p:grpSpPr>
          <a:xfrm>
            <a:off x="1029525" y="0"/>
            <a:ext cx="2551219" cy="4131000"/>
            <a:chOff x="711244" y="0"/>
            <a:chExt cx="1762500" cy="4131000"/>
          </a:xfrm>
        </p:grpSpPr>
        <p:sp>
          <p:nvSpPr>
            <p:cNvPr id="352" name="Google Shape;352;p37"/>
            <p:cNvSpPr/>
            <p:nvPr/>
          </p:nvSpPr>
          <p:spPr>
            <a:xfrm>
              <a:off x="711244" y="1012500"/>
              <a:ext cx="1762500" cy="8700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3" name="Google Shape;353;p37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4" name="Google Shape;354;p37"/>
          <p:cNvSpPr txBox="1"/>
          <p:nvPr/>
        </p:nvSpPr>
        <p:spPr>
          <a:xfrm>
            <a:off x="1220575" y="1182350"/>
            <a:ext cx="20652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37"/>
          <p:cNvSpPr txBox="1"/>
          <p:nvPr/>
        </p:nvSpPr>
        <p:spPr>
          <a:xfrm>
            <a:off x="1702500" y="2313325"/>
            <a:ext cx="62844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PHPStan is </a:t>
            </a:r>
            <a:r>
              <a:rPr lang="en" sz="2000">
                <a:solidFill>
                  <a:srgbClr val="001D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static analysis tool for PHP that helps developers find bugs and improve code quality without running the code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37"/>
          <p:cNvSpPr txBox="1"/>
          <p:nvPr>
            <p:ph idx="12" type="sldNum"/>
          </p:nvPr>
        </p:nvSpPr>
        <p:spPr>
          <a:xfrm>
            <a:off x="8595309" y="48151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8"/>
          <p:cNvSpPr txBox="1"/>
          <p:nvPr>
            <p:ph idx="1" type="subTitle"/>
          </p:nvPr>
        </p:nvSpPr>
        <p:spPr>
          <a:xfrm>
            <a:off x="3787375" y="1565900"/>
            <a:ext cx="4632000" cy="26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PHP Version: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Requires </a:t>
            </a: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PHP ≥ 7.4: 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run in an environment with </a:t>
            </a: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PHP 7.x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written for </a:t>
            </a: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PHP 5.6+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usually runs fin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Strongly-typed, object-oriented code improves analysis accuracy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type hints for </a:t>
            </a: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properties, function parameters and return types.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38"/>
          <p:cNvSpPr/>
          <p:nvPr/>
        </p:nvSpPr>
        <p:spPr>
          <a:xfrm>
            <a:off x="5282275" y="661100"/>
            <a:ext cx="3137100" cy="678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3" name="Google Shape;36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150" y="552900"/>
            <a:ext cx="3034850" cy="216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39"/>
          <p:cNvGrpSpPr/>
          <p:nvPr/>
        </p:nvGrpSpPr>
        <p:grpSpPr>
          <a:xfrm>
            <a:off x="0" y="-50"/>
            <a:ext cx="9144000" cy="5143550"/>
            <a:chOff x="0" y="-50"/>
            <a:chExt cx="9144000" cy="5143550"/>
          </a:xfrm>
        </p:grpSpPr>
        <p:sp>
          <p:nvSpPr>
            <p:cNvPr id="370" name="Google Shape;370;p39"/>
            <p:cNvSpPr/>
            <p:nvPr/>
          </p:nvSpPr>
          <p:spPr>
            <a:xfrm>
              <a:off x="0" y="1642453"/>
              <a:ext cx="9144000" cy="989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1" name="Google Shape;371;p39"/>
            <p:cNvGrpSpPr/>
            <p:nvPr/>
          </p:nvGrpSpPr>
          <p:grpSpPr>
            <a:xfrm>
              <a:off x="283800" y="-50"/>
              <a:ext cx="8718300" cy="5143550"/>
              <a:chOff x="283800" y="-50"/>
              <a:chExt cx="8718300" cy="5143550"/>
            </a:xfrm>
          </p:grpSpPr>
          <p:cxnSp>
            <p:nvCxnSpPr>
              <p:cNvPr id="372" name="Google Shape;372;p39"/>
              <p:cNvCxnSpPr/>
              <p:nvPr/>
            </p:nvCxnSpPr>
            <p:spPr>
              <a:xfrm rot="10800000">
                <a:off x="9002100" y="1642500"/>
                <a:ext cx="0" cy="350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" name="Google Shape;373;p39"/>
              <p:cNvCxnSpPr/>
              <p:nvPr/>
            </p:nvCxnSpPr>
            <p:spPr>
              <a:xfrm rot="10800000">
                <a:off x="283800" y="-50"/>
                <a:ext cx="0" cy="263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74" name="Google Shape;374;p39"/>
          <p:cNvSpPr txBox="1"/>
          <p:nvPr>
            <p:ph idx="1" type="subTitle"/>
          </p:nvPr>
        </p:nvSpPr>
        <p:spPr>
          <a:xfrm>
            <a:off x="234750" y="2836125"/>
            <a:ext cx="2878800" cy="139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Install Composer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Run </a:t>
            </a:r>
            <a:r>
              <a:rPr b="1" lang="en" sz="1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composer require --dev phpstan/phpstan</a:t>
            </a:r>
            <a:endParaRPr b="1" sz="16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vendor/bin/phpstan analyse</a:t>
            </a:r>
            <a:r>
              <a:rPr lang="en" sz="1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[File location]</a:t>
            </a:r>
            <a:endParaRPr sz="16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39"/>
          <p:cNvSpPr txBox="1"/>
          <p:nvPr>
            <p:ph idx="2" type="subTitle"/>
          </p:nvPr>
        </p:nvSpPr>
        <p:spPr>
          <a:xfrm>
            <a:off x="595275" y="1683900"/>
            <a:ext cx="2400300" cy="80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Composer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(Recommended)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39"/>
          <p:cNvSpPr txBox="1"/>
          <p:nvPr>
            <p:ph idx="3" type="subTitle"/>
          </p:nvPr>
        </p:nvSpPr>
        <p:spPr>
          <a:xfrm>
            <a:off x="6118950" y="2836125"/>
            <a:ext cx="2878800" cy="139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docker pull </a:t>
            </a:r>
            <a:r>
              <a:rPr lang="en" sz="1600">
                <a:solidFill>
                  <a:schemeClr val="hlink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ghcr.io/phpstan/phpstan:2-php8.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phpstan analyse </a:t>
            </a:r>
            <a:r>
              <a:rPr lang="en" sz="1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[File location]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39"/>
          <p:cNvSpPr txBox="1"/>
          <p:nvPr>
            <p:ph idx="5" type="subTitle"/>
          </p:nvPr>
        </p:nvSpPr>
        <p:spPr>
          <a:xfrm>
            <a:off x="3248700" y="2743225"/>
            <a:ext cx="2735100" cy="20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chmod +x phpstan.phar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./phpstan.phar analyse </a:t>
            </a:r>
            <a:r>
              <a:rPr lang="en" sz="1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[File location]</a:t>
            </a:r>
            <a:endParaRPr sz="16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PHAR-only version works for </a:t>
            </a: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PHPStan rules</a:t>
            </a: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cannot load external extensions.</a:t>
            </a:r>
            <a:endParaRPr sz="16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39"/>
          <p:cNvSpPr txBox="1"/>
          <p:nvPr>
            <p:ph idx="2" type="subTitle"/>
          </p:nvPr>
        </p:nvSpPr>
        <p:spPr>
          <a:xfrm>
            <a:off x="3442350" y="1683888"/>
            <a:ext cx="2400300" cy="80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PHAR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(PHP Archive)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39"/>
          <p:cNvSpPr txBox="1"/>
          <p:nvPr>
            <p:ph idx="2" type="subTitle"/>
          </p:nvPr>
        </p:nvSpPr>
        <p:spPr>
          <a:xfrm>
            <a:off x="6289425" y="1683900"/>
            <a:ext cx="2400300" cy="80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Docker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(Optional)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39"/>
          <p:cNvSpPr/>
          <p:nvPr/>
        </p:nvSpPr>
        <p:spPr>
          <a:xfrm>
            <a:off x="3711000" y="418450"/>
            <a:ext cx="2189100" cy="678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Times New Roman"/>
                <a:ea typeface="Times New Roman"/>
                <a:cs typeface="Times New Roman"/>
                <a:sym typeface="Times New Roman"/>
              </a:rPr>
              <a:t>Set up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39"/>
          <p:cNvSpPr txBox="1"/>
          <p:nvPr>
            <p:ph idx="12" type="sldNum"/>
          </p:nvPr>
        </p:nvSpPr>
        <p:spPr>
          <a:xfrm>
            <a:off x="8449059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6" name="Google Shape;386;p40"/>
          <p:cNvCxnSpPr>
            <a:stCxn id="387" idx="0"/>
            <a:endCxn id="388" idx="1"/>
          </p:cNvCxnSpPr>
          <p:nvPr/>
        </p:nvCxnSpPr>
        <p:spPr>
          <a:xfrm flipH="1" rot="-5400000">
            <a:off x="3000646" y="460825"/>
            <a:ext cx="261600" cy="2284800"/>
          </a:xfrm>
          <a:prstGeom prst="bentConnector4">
            <a:avLst>
              <a:gd fmla="val -91026" name="adj1"/>
              <a:gd fmla="val 676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89" name="Google Shape;389;p40"/>
          <p:cNvCxnSpPr>
            <a:endCxn id="390" idx="0"/>
          </p:cNvCxnSpPr>
          <p:nvPr/>
        </p:nvCxnSpPr>
        <p:spPr>
          <a:xfrm flipH="1" rot="10800000">
            <a:off x="4925380" y="2292400"/>
            <a:ext cx="2303100" cy="495600"/>
          </a:xfrm>
          <a:prstGeom prst="bentConnector4">
            <a:avLst>
              <a:gd fmla="val 13843" name="adj1"/>
              <a:gd fmla="val 14804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40"/>
          <p:cNvCxnSpPr>
            <a:endCxn id="392" idx="0"/>
          </p:cNvCxnSpPr>
          <p:nvPr/>
        </p:nvCxnSpPr>
        <p:spPr>
          <a:xfrm rot="10800000">
            <a:off x="2426300" y="3341450"/>
            <a:ext cx="1865400" cy="164400"/>
          </a:xfrm>
          <a:prstGeom prst="bentConnector4">
            <a:avLst>
              <a:gd fmla="val 16613" name="adj1"/>
              <a:gd fmla="val 244845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3" name="Google Shape;393;p40"/>
          <p:cNvSpPr/>
          <p:nvPr/>
        </p:nvSpPr>
        <p:spPr>
          <a:xfrm>
            <a:off x="4145550" y="1130100"/>
            <a:ext cx="852900" cy="40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0"/>
          <p:cNvSpPr txBox="1"/>
          <p:nvPr>
            <p:ph idx="4294967295" type="subTitle"/>
          </p:nvPr>
        </p:nvSpPr>
        <p:spPr>
          <a:xfrm>
            <a:off x="330075" y="1929725"/>
            <a:ext cx="37818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Composer is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PHP’s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manager.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installed, it adds a binary file </a:t>
            </a:r>
            <a:r>
              <a:rPr b="1" lang="en" sz="12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local/bin/composer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system.Install PHP packages,Manage versions,Auto-generate autoload files (vendor/autoload.php)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40"/>
          <p:cNvSpPr txBox="1"/>
          <p:nvPr>
            <p:ph idx="4294967295" type="subTitle"/>
          </p:nvPr>
        </p:nvSpPr>
        <p:spPr>
          <a:xfrm>
            <a:off x="1180696" y="1472425"/>
            <a:ext cx="1616700" cy="5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Composer</a:t>
            </a:r>
            <a:endParaRPr b="1" sz="22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40"/>
          <p:cNvSpPr txBox="1"/>
          <p:nvPr>
            <p:ph idx="4294967295" type="subTitle"/>
          </p:nvPr>
        </p:nvSpPr>
        <p:spPr>
          <a:xfrm>
            <a:off x="363650" y="3744050"/>
            <a:ext cx="3781800" cy="10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we run this, the small script </a:t>
            </a:r>
            <a:r>
              <a:rPr b="1" lang="en" sz="12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vendor/bin/phpstan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executes the actual PHPStan program. Autoload file-&gt;Reads Configuration file-&gt;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phpstan/.neon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contains analysis rules, levels -&gt;Static analysis engine starts.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40"/>
          <p:cNvSpPr txBox="1"/>
          <p:nvPr>
            <p:ph idx="4294967295" type="subTitle"/>
          </p:nvPr>
        </p:nvSpPr>
        <p:spPr>
          <a:xfrm>
            <a:off x="1180700" y="3341450"/>
            <a:ext cx="24912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Command</a:t>
            </a:r>
            <a:endParaRPr b="1" sz="22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40"/>
          <p:cNvSpPr txBox="1"/>
          <p:nvPr>
            <p:ph idx="4294967295" type="subTitle"/>
          </p:nvPr>
        </p:nvSpPr>
        <p:spPr>
          <a:xfrm>
            <a:off x="5382200" y="2739925"/>
            <a:ext cx="3629400" cy="14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Parses the PHP files(php-parser) –&gt; AST –&gt; PHPStan applies hundreds of built-in rules (phpstan/src/Rules) on that AST –&gt; Each rule checks a part of the AST &amp; reports problems –&gt; PHPStan collects all detected issues and prints them on the terminal.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40"/>
          <p:cNvSpPr txBox="1"/>
          <p:nvPr>
            <p:ph idx="4294967295" type="subTitle"/>
          </p:nvPr>
        </p:nvSpPr>
        <p:spPr>
          <a:xfrm>
            <a:off x="5563030" y="2292400"/>
            <a:ext cx="3330900" cy="5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Analysis Engine</a:t>
            </a:r>
            <a:endParaRPr b="1" sz="22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40"/>
          <p:cNvSpPr/>
          <p:nvPr/>
        </p:nvSpPr>
        <p:spPr>
          <a:xfrm>
            <a:off x="2558100" y="263975"/>
            <a:ext cx="4553400" cy="678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Working Process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40"/>
          <p:cNvSpPr txBox="1"/>
          <p:nvPr>
            <p:ph idx="12" type="sldNum"/>
          </p:nvPr>
        </p:nvSpPr>
        <p:spPr>
          <a:xfrm>
            <a:off x="8595309" y="48281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41"/>
          <p:cNvGrpSpPr/>
          <p:nvPr/>
        </p:nvGrpSpPr>
        <p:grpSpPr>
          <a:xfrm>
            <a:off x="1031608" y="-236050"/>
            <a:ext cx="3751129" cy="4131000"/>
            <a:chOff x="711244" y="0"/>
            <a:chExt cx="1762500" cy="4131000"/>
          </a:xfrm>
        </p:grpSpPr>
        <p:sp>
          <p:nvSpPr>
            <p:cNvPr id="404" name="Google Shape;404;p41"/>
            <p:cNvSpPr/>
            <p:nvPr/>
          </p:nvSpPr>
          <p:spPr>
            <a:xfrm>
              <a:off x="711244" y="1012500"/>
              <a:ext cx="1762500" cy="8700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05" name="Google Shape;405;p41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6" name="Google Shape;406;p41"/>
          <p:cNvSpPr txBox="1"/>
          <p:nvPr/>
        </p:nvSpPr>
        <p:spPr>
          <a:xfrm>
            <a:off x="1220563" y="965975"/>
            <a:ext cx="33732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 Line Usage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41"/>
          <p:cNvSpPr txBox="1"/>
          <p:nvPr/>
        </p:nvSpPr>
        <p:spPr>
          <a:xfrm>
            <a:off x="1732000" y="2195325"/>
            <a:ext cx="5438400" cy="5115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vendor/bin/phpstan analyse [options] &lt;paths&gt;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41"/>
          <p:cNvSpPr txBox="1"/>
          <p:nvPr/>
        </p:nvSpPr>
        <p:spPr>
          <a:xfrm>
            <a:off x="1309100" y="3107750"/>
            <a:ext cx="6707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Multiple files or directories can be passed as </a:t>
            </a:r>
            <a:r>
              <a:rPr b="1"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&lt;paths&gt;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to the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command and PHPStan will analyze them all in a single run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41"/>
          <p:cNvSpPr txBox="1"/>
          <p:nvPr>
            <p:ph idx="12" type="sldNum"/>
          </p:nvPr>
        </p:nvSpPr>
        <p:spPr>
          <a:xfrm>
            <a:off x="8595309" y="48021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4" name="Google Shape;414;p42"/>
          <p:cNvGraphicFramePr/>
          <p:nvPr/>
        </p:nvGraphicFramePr>
        <p:xfrm>
          <a:off x="1090900" y="39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{B47DA6B2-C545-49DF-8BBB-05446CCBA2AE}</a:tableStyleId>
              </a:tblPr>
              <a:tblGrid>
                <a:gridCol w="2144325"/>
                <a:gridCol w="5191575"/>
              </a:tblGrid>
              <a:tr h="307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Option</a:t>
                      </a:r>
                      <a:endParaRPr b="1" sz="16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 b="1" sz="16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-l, --level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 rule level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-c, --configuration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Specify configuration file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-b, --generate-baseline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Create baseline file (phpstan-baseline.neon)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-a, --autoload-file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Register custom autoloader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--memory-limit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 memory limit, e.g., 1G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--debug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file-by-file analysis, stack traces, disables cache &amp; parallel processing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-v / -vv / -vvv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Increase verbosity for debugging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--quiet / -q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Suppress output, only use exit code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--version / -V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Show PHPStan version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--help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Show CLI options summary</a:t>
                      </a:r>
                      <a:endParaRPr>
                        <a:solidFill>
                          <a:srgbClr val="21212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5" name="Google Shape;415;p42"/>
          <p:cNvSpPr txBox="1"/>
          <p:nvPr>
            <p:ph idx="12" type="sldNum"/>
          </p:nvPr>
        </p:nvSpPr>
        <p:spPr>
          <a:xfrm>
            <a:off x="8595309" y="47813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/>
          <p:nvPr>
            <p:ph idx="3" type="subTitle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Handles union types, nullable types, and mixed type strictness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43"/>
          <p:cNvSpPr txBox="1"/>
          <p:nvPr>
            <p:ph idx="4" type="subTitle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Types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43"/>
          <p:cNvSpPr txBox="1"/>
          <p:nvPr>
            <p:ph idx="1" type="subTitle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Detects dead/unreachable code and false instanceof checks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43"/>
          <p:cNvSpPr txBox="1"/>
          <p:nvPr>
            <p:ph idx="2" type="subTitle"/>
          </p:nvPr>
        </p:nvSpPr>
        <p:spPr>
          <a:xfrm>
            <a:off x="634919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Quality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43"/>
          <p:cNvSpPr txBox="1"/>
          <p:nvPr>
            <p:ph idx="5" type="subTitle"/>
          </p:nvPr>
        </p:nvSpPr>
        <p:spPr>
          <a:xfrm>
            <a:off x="3371850" y="3515600"/>
            <a:ext cx="2122800" cy="89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Validates argument types and reports missing type hints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43"/>
          <p:cNvSpPr txBox="1"/>
          <p:nvPr>
            <p:ph idx="6" type="subTitle"/>
          </p:nvPr>
        </p:nvSpPr>
        <p:spPr>
          <a:xfrm>
            <a:off x="323310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Consistency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43"/>
          <p:cNvSpPr txBox="1"/>
          <p:nvPr>
            <p:ph idx="7" type="subTitle"/>
          </p:nvPr>
        </p:nvSpPr>
        <p:spPr>
          <a:xfrm>
            <a:off x="713250" y="1850000"/>
            <a:ext cx="25215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Verifies unknown classes, functions, methods, undefined variables, and basic argument issues.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43"/>
          <p:cNvSpPr txBox="1"/>
          <p:nvPr>
            <p:ph idx="8" type="subTitle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Existence Checks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43"/>
          <p:cNvSpPr txBox="1"/>
          <p:nvPr>
            <p:ph idx="14" type="subTitle"/>
          </p:nvPr>
        </p:nvSpPr>
        <p:spPr>
          <a:xfrm>
            <a:off x="6156481" y="1841652"/>
            <a:ext cx="2400300" cy="89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Enforces return types and property types.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43"/>
          <p:cNvSpPr txBox="1"/>
          <p:nvPr>
            <p:ph idx="15" type="subTitle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Declarations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43"/>
          <p:cNvSpPr/>
          <p:nvPr/>
        </p:nvSpPr>
        <p:spPr>
          <a:xfrm>
            <a:off x="2499075" y="384900"/>
            <a:ext cx="4553400" cy="678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Errors Detected by PHPStan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3"/>
          <p:cNvSpPr txBox="1"/>
          <p:nvPr>
            <p:ph idx="7" type="subTitle"/>
          </p:nvPr>
        </p:nvSpPr>
        <p:spPr>
          <a:xfrm>
            <a:off x="3432450" y="1903150"/>
            <a:ext cx="2400300" cy="7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Checks unknown methods on expressions and validates PHPDoc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43"/>
          <p:cNvSpPr txBox="1"/>
          <p:nvPr>
            <p:ph idx="8" type="subTitle"/>
          </p:nvPr>
        </p:nvSpPr>
        <p:spPr>
          <a:xfrm>
            <a:off x="3432444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 Validation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oogle Shape;438;p44"/>
          <p:cNvGrpSpPr/>
          <p:nvPr/>
        </p:nvGrpSpPr>
        <p:grpSpPr>
          <a:xfrm>
            <a:off x="2877250" y="1244125"/>
            <a:ext cx="3523200" cy="2655250"/>
            <a:chOff x="4713200" y="1244125"/>
            <a:chExt cx="3523200" cy="2655250"/>
          </a:xfrm>
        </p:grpSpPr>
        <p:sp>
          <p:nvSpPr>
            <p:cNvPr id="439" name="Google Shape;439;p44"/>
            <p:cNvSpPr/>
            <p:nvPr/>
          </p:nvSpPr>
          <p:spPr>
            <a:xfrm>
              <a:off x="4713200" y="1244125"/>
              <a:ext cx="3523200" cy="2307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4"/>
            <p:cNvSpPr/>
            <p:nvPr/>
          </p:nvSpPr>
          <p:spPr>
            <a:xfrm>
              <a:off x="5243750" y="3724475"/>
              <a:ext cx="2462100" cy="1749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1" name="Google Shape;441;p44"/>
            <p:cNvCxnSpPr/>
            <p:nvPr/>
          </p:nvCxnSpPr>
          <p:spPr>
            <a:xfrm>
              <a:off x="6157175" y="3551025"/>
              <a:ext cx="0" cy="17340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Google Shape;442;p44"/>
            <p:cNvCxnSpPr/>
            <p:nvPr/>
          </p:nvCxnSpPr>
          <p:spPr>
            <a:xfrm>
              <a:off x="6792425" y="3551025"/>
              <a:ext cx="0" cy="17340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3" name="Google Shape;443;p44"/>
            <p:cNvCxnSpPr/>
            <p:nvPr/>
          </p:nvCxnSpPr>
          <p:spPr>
            <a:xfrm>
              <a:off x="6205250" y="3382725"/>
              <a:ext cx="5391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4" name="Google Shape;444;p44"/>
          <p:cNvSpPr txBox="1"/>
          <p:nvPr>
            <p:ph type="title"/>
          </p:nvPr>
        </p:nvSpPr>
        <p:spPr>
          <a:xfrm>
            <a:off x="3193600" y="1545802"/>
            <a:ext cx="2890500" cy="1678500"/>
          </a:xfrm>
          <a:prstGeom prst="rect">
            <a:avLst/>
          </a:prstGeom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Demonstrate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449;p45"/>
          <p:cNvGrpSpPr/>
          <p:nvPr/>
        </p:nvGrpSpPr>
        <p:grpSpPr>
          <a:xfrm>
            <a:off x="1591050" y="1239776"/>
            <a:ext cx="2595999" cy="1588111"/>
            <a:chOff x="39" y="-450375"/>
            <a:chExt cx="9144062" cy="5593911"/>
          </a:xfrm>
        </p:grpSpPr>
        <p:sp>
          <p:nvSpPr>
            <p:cNvPr id="450" name="Google Shape;450;p45"/>
            <p:cNvSpPr/>
            <p:nvPr/>
          </p:nvSpPr>
          <p:spPr>
            <a:xfrm>
              <a:off x="39" y="-450375"/>
              <a:ext cx="9144000" cy="5593800"/>
            </a:xfrm>
            <a:prstGeom prst="rect">
              <a:avLst/>
            </a:prstGeom>
            <a:solidFill>
              <a:schemeClr val="lt1"/>
            </a:solidFill>
            <a:ln cap="flat" cmpd="sng" w="11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50" lIns="106150" spcFirstLastPara="1" rIns="106150" wrap="square" tIns="10615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PHPStan can report errors that are not </a:t>
              </a:r>
              <a:r>
                <a:rPr b="1"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actual issues</a:t>
              </a:r>
              <a:r>
                <a:rPr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, especially when analyzing complex or dynamic code.</a:t>
              </a:r>
              <a:br>
                <a:rPr lang="en" sz="1200"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We often need to use </a:t>
              </a:r>
              <a:r>
                <a:rPr b="1" lang="en" sz="1200">
                  <a:solidFill>
                    <a:srgbClr val="18803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@phpstan-ignore</a:t>
              </a:r>
              <a:r>
                <a:rPr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 or configuration ignores to bypass these, which can clutter the code and reduce confidence in analysis.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51" name="Google Shape;451;p45"/>
            <p:cNvGrpSpPr/>
            <p:nvPr/>
          </p:nvGrpSpPr>
          <p:grpSpPr>
            <a:xfrm rot="10800000">
              <a:off x="4807301" y="36"/>
              <a:ext cx="4336800" cy="5143500"/>
              <a:chOff x="-26" y="-36"/>
              <a:chExt cx="4336800" cy="5143500"/>
            </a:xfrm>
          </p:grpSpPr>
          <p:sp>
            <p:nvSpPr>
              <p:cNvPr id="452" name="Google Shape;452;p45"/>
              <p:cNvSpPr/>
              <p:nvPr/>
            </p:nvSpPr>
            <p:spPr>
              <a:xfrm>
                <a:off x="-9" y="-36"/>
                <a:ext cx="2547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06150" lIns="106150" spcFirstLastPara="1" rIns="106150" wrap="square" tIns="106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53" name="Google Shape;453;p45"/>
              <p:cNvCxnSpPr/>
              <p:nvPr/>
            </p:nvCxnSpPr>
            <p:spPr>
              <a:xfrm rot="10800000">
                <a:off x="-26" y="232614"/>
                <a:ext cx="4336800" cy="0"/>
              </a:xfrm>
              <a:prstGeom prst="straightConnector1">
                <a:avLst/>
              </a:prstGeom>
              <a:noFill/>
              <a:ln cap="flat" cmpd="sng" w="11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54" name="Google Shape;454;p45"/>
          <p:cNvGrpSpPr/>
          <p:nvPr/>
        </p:nvGrpSpPr>
        <p:grpSpPr>
          <a:xfrm>
            <a:off x="4680642" y="1223559"/>
            <a:ext cx="2597044" cy="1738550"/>
            <a:chOff x="4601815" y="1794705"/>
            <a:chExt cx="3600005" cy="2201533"/>
          </a:xfrm>
        </p:grpSpPr>
        <p:sp>
          <p:nvSpPr>
            <p:cNvPr id="455" name="Google Shape;455;p45"/>
            <p:cNvSpPr/>
            <p:nvPr/>
          </p:nvSpPr>
          <p:spPr>
            <a:xfrm flipH="1">
              <a:off x="4601815" y="1794705"/>
              <a:ext cx="3600000" cy="2201400"/>
            </a:xfrm>
            <a:prstGeom prst="rect">
              <a:avLst/>
            </a:prstGeom>
            <a:solidFill>
              <a:schemeClr val="lt1"/>
            </a:solidFill>
            <a:ln cap="flat" cmpd="sng" w="11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50" lIns="106150" spcFirstLastPara="1" rIns="106150" wrap="square" tIns="10615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PHPStan does not execute code, so it cannot track dynamic behavior or </a:t>
              </a:r>
              <a:r>
                <a:rPr b="1"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runtime changes</a:t>
              </a:r>
              <a:r>
                <a:rPr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 in types.This means certain valid dynamic patterns (</a:t>
              </a:r>
              <a:r>
                <a:rPr b="1"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runtime-generated properties or method calls</a:t>
              </a:r>
              <a:r>
                <a:rPr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) can trigger errors that are hard to justify.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6" name="Google Shape;456;p45"/>
            <p:cNvSpPr/>
            <p:nvPr/>
          </p:nvSpPr>
          <p:spPr>
            <a:xfrm flipH="1" rot="10800000">
              <a:off x="8090457" y="1977928"/>
              <a:ext cx="111363" cy="2018309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06150" lIns="106150" spcFirstLastPara="1" rIns="106150" wrap="square" tIns="106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5"/>
            </a:p>
          </p:txBody>
        </p:sp>
      </p:grpSp>
      <p:sp>
        <p:nvSpPr>
          <p:cNvPr id="457" name="Google Shape;457;p45"/>
          <p:cNvSpPr/>
          <p:nvPr/>
        </p:nvSpPr>
        <p:spPr>
          <a:xfrm>
            <a:off x="1597475" y="2968438"/>
            <a:ext cx="2589581" cy="1738621"/>
          </a:xfrm>
          <a:prstGeom prst="rect">
            <a:avLst/>
          </a:prstGeom>
          <a:solidFill>
            <a:schemeClr val="lt1"/>
          </a:solidFill>
          <a:ln cap="flat" cmpd="sng" w="11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150" lIns="106150" spcFirstLastPara="1" rIns="106150" wrap="square" tIns="10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annot catch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 runtime exceptions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like network errors, database failures, or logical bugs.Using PHPStan 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helps prevent certain types of errors early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.But we </a:t>
            </a: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still need actual unit tests, integration tests and system tests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to make sure our code works correctly in real-world scenarios.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58" name="Google Shape;458;p45"/>
          <p:cNvGrpSpPr/>
          <p:nvPr/>
        </p:nvGrpSpPr>
        <p:grpSpPr>
          <a:xfrm>
            <a:off x="4687663" y="3064100"/>
            <a:ext cx="2589587" cy="1642834"/>
            <a:chOff x="-9875213" y="0"/>
            <a:chExt cx="9144022" cy="5143500"/>
          </a:xfrm>
        </p:grpSpPr>
        <p:sp>
          <p:nvSpPr>
            <p:cNvPr id="459" name="Google Shape;459;p45"/>
            <p:cNvSpPr/>
            <p:nvPr/>
          </p:nvSpPr>
          <p:spPr>
            <a:xfrm flipH="1">
              <a:off x="-9875193" y="0"/>
              <a:ext cx="9144000" cy="5143500"/>
            </a:xfrm>
            <a:prstGeom prst="rect">
              <a:avLst/>
            </a:prstGeom>
            <a:solidFill>
              <a:schemeClr val="lt1"/>
            </a:solidFill>
            <a:ln cap="flat" cmpd="sng" w="11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50" lIns="106150" spcFirstLastPara="1" rIns="106150" wrap="square" tIns="10615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Browse errors visually, see </a:t>
              </a:r>
              <a:r>
                <a:rPr b="1"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surrounding code</a:t>
              </a:r>
              <a:r>
                <a:rPr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,Essentially gives a “todo list” of issues automatically updated,Click to jump to file/line directly from UI. But to get those features,</a:t>
              </a:r>
              <a:r>
                <a:rPr b="1" lang="en" sz="1200">
                  <a:latin typeface="Times New Roman"/>
                  <a:ea typeface="Times New Roman"/>
                  <a:cs typeface="Times New Roman"/>
                  <a:sym typeface="Times New Roman"/>
                </a:rPr>
                <a:t>we need to pay.</a:t>
              </a:r>
              <a:endParaRPr b="1"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60" name="Google Shape;460;p45"/>
            <p:cNvGrpSpPr/>
            <p:nvPr/>
          </p:nvGrpSpPr>
          <p:grpSpPr>
            <a:xfrm flipH="1">
              <a:off x="-9875213" y="253417"/>
              <a:ext cx="9144022" cy="4884202"/>
              <a:chOff x="66" y="253417"/>
              <a:chExt cx="9144022" cy="4884202"/>
            </a:xfrm>
          </p:grpSpPr>
          <p:sp>
            <p:nvSpPr>
              <p:cNvPr id="461" name="Google Shape;461;p45"/>
              <p:cNvSpPr/>
              <p:nvPr/>
            </p:nvSpPr>
            <p:spPr>
              <a:xfrm>
                <a:off x="66" y="4653419"/>
                <a:ext cx="9144000" cy="484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06150" lIns="106150" spcFirstLastPara="1" rIns="106150" wrap="square" tIns="106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62" name="Google Shape;462;p45"/>
              <p:cNvCxnSpPr/>
              <p:nvPr/>
            </p:nvCxnSpPr>
            <p:spPr>
              <a:xfrm>
                <a:off x="4572088" y="253417"/>
                <a:ext cx="4572000" cy="0"/>
              </a:xfrm>
              <a:prstGeom prst="straightConnector1">
                <a:avLst/>
              </a:prstGeom>
              <a:noFill/>
              <a:ln cap="flat" cmpd="sng" w="11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63" name="Google Shape;463;p45"/>
          <p:cNvSpPr/>
          <p:nvPr/>
        </p:nvSpPr>
        <p:spPr>
          <a:xfrm>
            <a:off x="3528425" y="420625"/>
            <a:ext cx="2584800" cy="678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4" name="Google Shape;464;p45"/>
          <p:cNvCxnSpPr/>
          <p:nvPr/>
        </p:nvCxnSpPr>
        <p:spPr>
          <a:xfrm>
            <a:off x="6046057" y="2895376"/>
            <a:ext cx="1231200" cy="0"/>
          </a:xfrm>
          <a:prstGeom prst="straightConnector1">
            <a:avLst/>
          </a:prstGeom>
          <a:noFill/>
          <a:ln cap="flat" cmpd="sng" w="11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45"/>
          <p:cNvSpPr/>
          <p:nvPr/>
        </p:nvSpPr>
        <p:spPr>
          <a:xfrm>
            <a:off x="356175" y="1858950"/>
            <a:ext cx="1231200" cy="618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 Positives</a:t>
            </a:r>
            <a:endParaRPr b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45"/>
          <p:cNvSpPr/>
          <p:nvPr/>
        </p:nvSpPr>
        <p:spPr>
          <a:xfrm>
            <a:off x="7277700" y="1669113"/>
            <a:ext cx="1231200" cy="8052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Dynamic Analysis</a:t>
            </a:r>
            <a:endParaRPr b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45"/>
          <p:cNvSpPr/>
          <p:nvPr/>
        </p:nvSpPr>
        <p:spPr>
          <a:xfrm>
            <a:off x="238700" y="3435150"/>
            <a:ext cx="1358700" cy="8052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Complements But</a:t>
            </a:r>
            <a:r>
              <a:rPr b="1"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does not replace</a:t>
            </a:r>
            <a:endParaRPr b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45"/>
          <p:cNvSpPr/>
          <p:nvPr/>
        </p:nvSpPr>
        <p:spPr>
          <a:xfrm>
            <a:off x="7277700" y="3435138"/>
            <a:ext cx="1231200" cy="8052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PHPStan Pro</a:t>
            </a:r>
            <a:endParaRPr b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9" name="Google Shape;469;p45"/>
          <p:cNvCxnSpPr/>
          <p:nvPr/>
        </p:nvCxnSpPr>
        <p:spPr>
          <a:xfrm rot="10800000">
            <a:off x="2892253" y="4615941"/>
            <a:ext cx="1294800" cy="0"/>
          </a:xfrm>
          <a:prstGeom prst="straightConnector1">
            <a:avLst/>
          </a:prstGeom>
          <a:noFill/>
          <a:ln cap="flat" cmpd="sng" w="11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46"/>
          <p:cNvGrpSpPr/>
          <p:nvPr/>
        </p:nvGrpSpPr>
        <p:grpSpPr>
          <a:xfrm>
            <a:off x="1029485" y="0"/>
            <a:ext cx="540735" cy="4131000"/>
            <a:chOff x="711244" y="0"/>
            <a:chExt cx="1762500" cy="4131000"/>
          </a:xfrm>
        </p:grpSpPr>
        <p:sp>
          <p:nvSpPr>
            <p:cNvPr id="476" name="Google Shape;476;p46"/>
            <p:cNvSpPr/>
            <p:nvPr/>
          </p:nvSpPr>
          <p:spPr>
            <a:xfrm>
              <a:off x="711244" y="1012500"/>
              <a:ext cx="17625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77" name="Google Shape;477;p46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8" name="Google Shape;478;p46"/>
          <p:cNvSpPr txBox="1"/>
          <p:nvPr/>
        </p:nvSpPr>
        <p:spPr>
          <a:xfrm>
            <a:off x="3292675" y="829825"/>
            <a:ext cx="29904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435D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Thanks!</a:t>
            </a:r>
            <a:endParaRPr b="1" sz="6000">
              <a:solidFill>
                <a:srgbClr val="435D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46"/>
          <p:cNvSpPr/>
          <p:nvPr/>
        </p:nvSpPr>
        <p:spPr>
          <a:xfrm>
            <a:off x="1029475" y="2540000"/>
            <a:ext cx="7290000" cy="626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325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Do You Have Any Questions ?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46"/>
          <p:cNvSpPr txBox="1"/>
          <p:nvPr>
            <p:ph idx="12" type="sldNum"/>
          </p:nvPr>
        </p:nvSpPr>
        <p:spPr>
          <a:xfrm>
            <a:off x="8595309" y="4841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